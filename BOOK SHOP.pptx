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4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7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5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3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1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8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42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67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78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94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97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01B35DD-1BDA-440C-87A0-5963E0C295F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C2A3BDD-BF3F-4577-A348-76C696BF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5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4D72-F288-476C-8220-E2B4CF1D3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43743"/>
            <a:ext cx="8825658" cy="1044000"/>
          </a:xfrm>
        </p:spPr>
        <p:txBody>
          <a:bodyPr/>
          <a:lstStyle/>
          <a:p>
            <a:pPr algn="ctr"/>
            <a:r>
              <a:rPr lang="en-GB" dirty="0"/>
              <a:t>BOOK SHOP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E0BA4-52CB-FB59-B73E-D12D8A281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3973010"/>
            <a:ext cx="8825658" cy="861420"/>
          </a:xfrm>
        </p:spPr>
        <p:txBody>
          <a:bodyPr/>
          <a:lstStyle/>
          <a:p>
            <a:pPr algn="ctr"/>
            <a:r>
              <a:rPr lang="en-GB" dirty="0"/>
              <a:t>DONE BY : Malak YAZBEK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76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F2A24-DB3E-8EA3-0E02-0817BE9F9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3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4E45C-51EB-3C63-3D95-CD14DB3E5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5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851304-E79A-6B2B-DB44-4E9AE5D77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6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0D0BD-947F-0B75-1ADC-F35FC47CA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2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B168D-5AC9-9B72-3314-58BD30B4B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3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410CB-0373-0B42-2CDA-A762D352F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2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2E3C03-0ED2-B86D-9B30-B7C24CF97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89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EA70F-2E17-CB19-79DD-4B0D18A96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1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C0D05-ECEB-B610-A069-4776F827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5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08D71-92A4-1C7C-733C-A81515353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9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F0FB6-B07C-AB57-079B-99897AB49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4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39330-57EF-D068-DACB-EBD7F3453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20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879C2-DEFD-DAB5-CDF4-96CDDFB72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2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8B15C-9200-328A-3F47-8F8392B2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585" y="0"/>
            <a:ext cx="301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43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7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BOOK 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Yazbek</dc:creator>
  <cp:lastModifiedBy>Malak Yazbek</cp:lastModifiedBy>
  <cp:revision>1</cp:revision>
  <dcterms:created xsi:type="dcterms:W3CDTF">2025-12-18T00:23:35Z</dcterms:created>
  <dcterms:modified xsi:type="dcterms:W3CDTF">2025-12-18T00:48:01Z</dcterms:modified>
</cp:coreProperties>
</file>